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9ca6cb2c554d7b" /><Relationship Type="http://schemas.openxmlformats.org/officeDocument/2006/relationships/extended-properties" Target="/docProps/app.xml" Id="R7f1578e527ab4fe7" /><Relationship Type="http://schemas.openxmlformats.org/officeDocument/2006/relationships/officeDocument" Target="/ppt/presentation.xml" Id="R38c453bde42b4c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d85479f3384672"/>
  </p:sldMasterIdLst>
  <p:notesMasterIdLst>
    <p:notesMasterId xmlns:r="http://schemas.openxmlformats.org/officeDocument/2006/relationships" r:id="Rc3fb901ece4541c7"/>
  </p:notesMasterIdLst>
  <p:sldIdLst>
    <p:sldId xmlns:r="http://schemas.openxmlformats.org/officeDocument/2006/relationships" id="256" r:id="R734e1d31d99b4b5c"/>
    <p:sldId xmlns:r="http://schemas.openxmlformats.org/officeDocument/2006/relationships" id="257" r:id="Rcef25a084af74c87"/>
    <p:sldId xmlns:r="http://schemas.openxmlformats.org/officeDocument/2006/relationships" id="258" r:id="R00ba1a1cdc2a453f"/>
    <p:sldId xmlns:r="http://schemas.openxmlformats.org/officeDocument/2006/relationships" id="259" r:id="R3ccc0c557cb84521"/>
    <p:sldId xmlns:r="http://schemas.openxmlformats.org/officeDocument/2006/relationships" id="260" r:id="Rb50190c336e94b37"/>
    <p:sldId xmlns:r="http://schemas.openxmlformats.org/officeDocument/2006/relationships" id="261" r:id="R7e919b4ef2194b72"/>
    <p:sldId xmlns:r="http://schemas.openxmlformats.org/officeDocument/2006/relationships" id="262" r:id="R93bc3045fb344f7a"/>
    <p:sldId xmlns:r="http://schemas.openxmlformats.org/officeDocument/2006/relationships" id="263" r:id="R72e0db13883e4979"/>
    <p:sldId xmlns:r="http://schemas.openxmlformats.org/officeDocument/2006/relationships" id="264" r:id="R20888bf2202e456b"/>
    <p:sldId xmlns:r="http://schemas.openxmlformats.org/officeDocument/2006/relationships" id="265" r:id="Rdb83d4ada6d2480c"/>
    <p:sldId xmlns:r="http://schemas.openxmlformats.org/officeDocument/2006/relationships" id="266" r:id="Rdf25d1d08f0c4c1e"/>
    <p:sldId xmlns:r="http://schemas.openxmlformats.org/officeDocument/2006/relationships" id="267" r:id="Rd4ec9387a0a74043"/>
    <p:sldId xmlns:r="http://schemas.openxmlformats.org/officeDocument/2006/relationships" id="268" r:id="R8acfee05a73049c5"/>
    <p:sldId xmlns:r="http://schemas.openxmlformats.org/officeDocument/2006/relationships" id="269" r:id="R9abb63fc93ca42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bcf23dfce54dd0" /><Relationship Type="http://schemas.openxmlformats.org/officeDocument/2006/relationships/slideMaster" Target="/ppt/slideMasters/slideMaster1.xml" Id="R07d85479f3384672" /><Relationship Type="http://schemas.openxmlformats.org/officeDocument/2006/relationships/notesMaster" Target="/ppt/notesMasters/notesMaster1.xml" Id="Rc3fb901ece4541c7" /><Relationship Type="http://schemas.openxmlformats.org/officeDocument/2006/relationships/presProps" Target="/ppt/presProps.xml" Id="R27d3a37ad5df407d" /><Relationship Type="http://schemas.openxmlformats.org/officeDocument/2006/relationships/tableStyles" Target="/ppt/tableStyles.xml" Id="R971ebc60e53843f2" /><Relationship Type="http://schemas.openxmlformats.org/officeDocument/2006/relationships/slide" Target="/ppt/slides/slide1.xml" Id="R734e1d31d99b4b5c" /><Relationship Type="http://schemas.openxmlformats.org/officeDocument/2006/relationships/slide" Target="/ppt/slides/slide2.xml" Id="Rcef25a084af74c87" /><Relationship Type="http://schemas.openxmlformats.org/officeDocument/2006/relationships/slide" Target="/ppt/slides/slide3.xml" Id="R00ba1a1cdc2a453f" /><Relationship Type="http://schemas.openxmlformats.org/officeDocument/2006/relationships/slide" Target="/ppt/slides/slide4.xml" Id="R3ccc0c557cb84521" /><Relationship Type="http://schemas.openxmlformats.org/officeDocument/2006/relationships/slide" Target="/ppt/slides/slide5.xml" Id="Rb50190c336e94b37" /><Relationship Type="http://schemas.openxmlformats.org/officeDocument/2006/relationships/slide" Target="/ppt/slides/slide6.xml" Id="R7e919b4ef2194b72" /><Relationship Type="http://schemas.openxmlformats.org/officeDocument/2006/relationships/slide" Target="/ppt/slides/slide7.xml" Id="R93bc3045fb344f7a" /><Relationship Type="http://schemas.openxmlformats.org/officeDocument/2006/relationships/slide" Target="/ppt/slides/slide8.xml" Id="R72e0db13883e4979" /><Relationship Type="http://schemas.openxmlformats.org/officeDocument/2006/relationships/slide" Target="/ppt/slides/slide9.xml" Id="R20888bf2202e456b" /><Relationship Type="http://schemas.openxmlformats.org/officeDocument/2006/relationships/slide" Target="/ppt/slides/slide10.xml" Id="Rdb83d4ada6d2480c" /><Relationship Type="http://schemas.openxmlformats.org/officeDocument/2006/relationships/slide" Target="/ppt/slides/slide11.xml" Id="Rdf25d1d08f0c4c1e" /><Relationship Type="http://schemas.openxmlformats.org/officeDocument/2006/relationships/slide" Target="/ppt/slides/slide12.xml" Id="Rd4ec9387a0a74043" /><Relationship Type="http://schemas.openxmlformats.org/officeDocument/2006/relationships/slide" Target="/ppt/slides/slide13.xml" Id="R8acfee05a73049c5" /><Relationship Type="http://schemas.openxmlformats.org/officeDocument/2006/relationships/slide" Target="/ppt/slides/slide14.xml" Id="R9abb63fc93ca42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54646946eb44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b4dd06cebe400b" /><Relationship Type="http://schemas.openxmlformats.org/officeDocument/2006/relationships/notesMaster" Target="/ppt/notesMasters/notesMaster1.xml" Id="Re3889e959dda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47db33b1524495" /><Relationship Type="http://schemas.openxmlformats.org/officeDocument/2006/relationships/notesMaster" Target="/ppt/notesMasters/notesMaster1.xml" Id="R82ca7b89935d49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3db5f1b2ab47de" /><Relationship Type="http://schemas.openxmlformats.org/officeDocument/2006/relationships/notesMaster" Target="/ppt/notesMasters/notesMaster1.xml" Id="R0644892aba6b40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70384e3a464fa4" /><Relationship Type="http://schemas.openxmlformats.org/officeDocument/2006/relationships/notesMaster" Target="/ppt/notesMasters/notesMaster1.xml" Id="Rd34f27ed063f4d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9c2330ddac458a" /><Relationship Type="http://schemas.openxmlformats.org/officeDocument/2006/relationships/notesMaster" Target="/ppt/notesMasters/notesMaster1.xml" Id="R0c94982b89614a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be7bcf36c64250" /><Relationship Type="http://schemas.openxmlformats.org/officeDocument/2006/relationships/notesMaster" Target="/ppt/notesMasters/notesMaster1.xml" Id="Racbcc5f93c6142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fc44d694d6468b" /><Relationship Type="http://schemas.openxmlformats.org/officeDocument/2006/relationships/notesMaster" Target="/ppt/notesMasters/notesMaster1.xml" Id="Rcba8f6c1e78b4a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53da11028d4031" /><Relationship Type="http://schemas.openxmlformats.org/officeDocument/2006/relationships/notesMaster" Target="/ppt/notesMasters/notesMaster1.xml" Id="R686acfe3ad7642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62b78f49b641f3" /><Relationship Type="http://schemas.openxmlformats.org/officeDocument/2006/relationships/notesMaster" Target="/ppt/notesMasters/notesMaster1.xml" Id="R43bb9aeeb58140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899819cf1a4ddd" /><Relationship Type="http://schemas.openxmlformats.org/officeDocument/2006/relationships/notesMaster" Target="/ppt/notesMasters/notesMaster1.xml" Id="R009c8273598644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d8a2fe56c443fb" /><Relationship Type="http://schemas.openxmlformats.org/officeDocument/2006/relationships/notesMaster" Target="/ppt/notesMasters/notesMaster1.xml" Id="R01719f7194814d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b1ac08a4ac43f4" /><Relationship Type="http://schemas.openxmlformats.org/officeDocument/2006/relationships/notesMaster" Target="/ppt/notesMasters/notesMaster1.xml" Id="R2cd3e2700e404c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c1d235fec94ad8" /><Relationship Type="http://schemas.openxmlformats.org/officeDocument/2006/relationships/notesMaster" Target="/ppt/notesMasters/notesMaster1.xml" Id="R9620635d6aab45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7c150374be48ed" /><Relationship Type="http://schemas.openxmlformats.org/officeDocument/2006/relationships/notesMaster" Target="/ppt/notesMasters/notesMaster1.xml" Id="Re3218a5d510d4a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웹프로그래밍 13조 중간 보고서. 구성원 명단: 기존 2026-09-30 활동보고서와 사용자 확인. 기준일 2026-10-17. 현재는 기능 확정 및 설계 단계이며 구현 완료를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담당 강민재. 좌우 배치는 화면 설계이며 실행 화면이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담당 강다은. 비교에 추가는 사용자 후속 수정에 따라 2페이지에 배치하는 방향으로 기록한다. 별도 장바구니·비교 화면은 시간 여유 시 구현한다.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담당 현준혁. 후보가 없을 때의 안내와 무작위 선택 구현은 설계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담당 한정원. 로그인 상태별 구성은 설계 제안이며, 인증 수단과 추가 권한 종류는 미정이다.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앞의 정보 표시는 확정사항이다. 단위·출처·확인일 관리와 null 처리 등은 설계 제안이다. 실제 메뉴 영양수치는 아직 수집·검증하지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이 슬라이드는 구현 전 검토할 설계 제안이다. 기술 스택·DB·API는 확정하지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원격 저장소 https://github.com/suslysus/cafe_sugar_map 의 업데이트 전 파일 목록에는 README.md만 있었다. 팀원 개인 환경의 구현 여부는 확인하지 않았다. 기존 활동보고서: 팀프로젝트 지도 활동보고서 1.hwp, 2026-09-30.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9/30 주제 선정 및 세 회의의 날짜는 확인된 이력이다. 10/17 이후 작업 일정은 제안으로 팀 합의가 필요하다. 중간 제출 마감 10/23(금)은 사용자 첨부 공지 기준이다. 최종 마감일은 미제공이다.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팀장 한정원은 9/30 기존 활동보고서와 README를 근거로 한다. 페이지별 담당자는 사용자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2026-10-17 사용자 제공 확정사항·후속 수정. 회의: 9/30, 10/7, 10/14. 강민재 1페이지, 강다은 2페이지, 현준혁 3페이지, 한정원 4페이지. 출처: 사용자가 첨부한 중간 산출물 제출 공지 스크린샷, 스크린샷 2026-10-17 174718.png. 문서 공지는 제출 요건의 참고 자료이며 이메일 발송을 지시한 것으로 취급하지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9ea50ae704d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9c1915edb4b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b68540c4c4e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f22326b4d4a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1372e870d4f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f94e4141349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D3E016-7A43-4315-A392-0944BB0FA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7A79F3-F0B8-4A24-B517-2552AE2345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E9096B-A947-413A-83BB-B06EC9D63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10501C-609C-4604-8538-06985A81EF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DC9A40-D9C4-4E46-BDF0-E6A4459842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0838EA-1CC4-46B3-B4FF-6343B20AB9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B584B3-B2E3-4B1D-A687-5DF7D1BB46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B171FA-FF4F-4E64-A910-FA1929C6F8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172058-5322-43EA-97FD-D24FFB8F58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26742E-6B6A-44AD-8B3B-19224BCE9D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a7b569ed05465a" /><Relationship Type="http://schemas.openxmlformats.org/officeDocument/2006/relationships/slideLayout" Target="/ppt/slideLayouts/slideLayout1.xml" Id="R86672837db2d47a3" /><Relationship Type="http://schemas.openxmlformats.org/officeDocument/2006/relationships/slideLayout" Target="/ppt/slideLayouts/slideLayout2.xml" Id="R8233e129cac34675" /><Relationship Type="http://schemas.openxmlformats.org/officeDocument/2006/relationships/slideLayout" Target="/ppt/slideLayouts/slideLayout3.xml" Id="R0d0c33ad41134858" /><Relationship Type="http://schemas.openxmlformats.org/officeDocument/2006/relationships/slideLayout" Target="/ppt/slideLayouts/slideLayout4.xml" Id="R5965b2c9a2bb4dae" /><Relationship Type="http://schemas.openxmlformats.org/officeDocument/2006/relationships/slideLayout" Target="/ppt/slideLayouts/slideLayout5.xml" Id="R334d01090fe142fb" /><Relationship Type="http://schemas.openxmlformats.org/officeDocument/2006/relationships/slideLayout" Target="/ppt/slideLayouts/slideLayout6.xml" Id="R700a95793c244d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72837db2d47a3"/>
    <p:sldLayoutId xmlns:r="http://schemas.openxmlformats.org/officeDocument/2006/relationships" id="2147483650" r:id="R8233e129cac34675"/>
    <p:sldLayoutId xmlns:r="http://schemas.openxmlformats.org/officeDocument/2006/relationships" id="2147483651" r:id="R0d0c33ad41134858"/>
    <p:sldLayoutId xmlns:r="http://schemas.openxmlformats.org/officeDocument/2006/relationships" id="2147483652" r:id="R5965b2c9a2bb4dae"/>
    <p:sldLayoutId xmlns:r="http://schemas.openxmlformats.org/officeDocument/2006/relationships" id="2147483653" r:id="R334d01090fe142fb"/>
    <p:sldLayoutId xmlns:r="http://schemas.openxmlformats.org/officeDocument/2006/relationships" id="2147483654" r:id="R700a95793c244d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777fc3a414fde" /><Relationship Type="http://schemas.openxmlformats.org/officeDocument/2006/relationships/notesSlide" Target="/ppt/notesSlides/notesSlide1.xml" Id="R648b171041eb43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2e84556a4475a" /><Relationship Type="http://schemas.openxmlformats.org/officeDocument/2006/relationships/notesSlide" Target="/ppt/notesSlides/notesSlide2.xml" Id="Rfc6b544b92d947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4e98498e24152" /><Relationship Type="http://schemas.openxmlformats.org/officeDocument/2006/relationships/notesSlide" Target="/ppt/notesSlides/notesSlide3.xml" Id="R73edd098b57c42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d8010a1e44338" /><Relationship Type="http://schemas.openxmlformats.org/officeDocument/2006/relationships/notesSlide" Target="/ppt/notesSlides/notesSlide4.xml" Id="Rceb12db34c9247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0babc8e5d4a62" /><Relationship Type="http://schemas.openxmlformats.org/officeDocument/2006/relationships/notesSlide" Target="/ppt/notesSlides/notesSlide5.xml" Id="R2028ba95249643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323ffdcc344c9" /><Relationship Type="http://schemas.openxmlformats.org/officeDocument/2006/relationships/notesSlide" Target="/ppt/notesSlides/notesSlide6.xml" Id="R379c31decefa4a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46ca158ca4838" /><Relationship Type="http://schemas.openxmlformats.org/officeDocument/2006/relationships/notesSlide" Target="/ppt/notesSlides/notesSlide7.xml" Id="R6fdab01f453345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f60c35950433a" /><Relationship Type="http://schemas.openxmlformats.org/officeDocument/2006/relationships/notesSlide" Target="/ppt/notesSlides/notesSlide8.xml" Id="R4d8854fce1f84d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f2177b292455b" /><Relationship Type="http://schemas.openxmlformats.org/officeDocument/2006/relationships/notesSlide" Target="/ppt/notesSlides/notesSlide9.xml" Id="Re3d13c1865c84a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73710e26242e5" /><Relationship Type="http://schemas.openxmlformats.org/officeDocument/2006/relationships/notesSlide" Target="/ppt/notesSlides/notesSlide10.xml" Id="Rdb26d6730dac47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ba13190054ff2" /><Relationship Type="http://schemas.openxmlformats.org/officeDocument/2006/relationships/notesSlide" Target="/ppt/notesSlides/notesSlide11.xml" Id="Ra728019c512540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50956828c4f93" /><Relationship Type="http://schemas.openxmlformats.org/officeDocument/2006/relationships/notesSlide" Target="/ppt/notesSlides/notesSlide12.xml" Id="R076ee49d554f46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ada9b25b54906" /><Relationship Type="http://schemas.openxmlformats.org/officeDocument/2006/relationships/notesSlide" Target="/ppt/notesSlides/notesSlide13.xml" Id="R47098f081fd546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d6899e3b94188" /><Relationship Type="http://schemas.openxmlformats.org/officeDocument/2006/relationships/notesSlide" Target="/ppt/notesSlides/notesSlide14.xml" Id="R0dc27731973e49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23D85-A58E-4C5F-AF57-88CBCCE1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웹프로그래밍 13조 · 중간 보고서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302C0-EAE3-433B-9D1C-2D3EE26B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Cafe</a:t>
            </a:r>
          </a:p>
          <a:p xmlns:a="http://schemas.openxmlformats.org/drawingml/2006/main">
            <a:pPr>
              <a:def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6600" b="1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Sugar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6FAE4-FE0B-4550-AEE8-A0192DB1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주변 카페의 메뉴와 가격·당류·칼로리 탐색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C0B5C-F8DC-416F-A330-740BE830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강민재 · 강다은 · 한정원 · 현준혁</a:t>
            </a:r>
          </a:p>
          <a:p xmlns:a="http://schemas.openxmlformats.org/drawingml/2006/main">
            <a: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2026. 10. 17.</a:t>
            </a:r>
          </a:p>
        </p:txBody>
      </p:sp>
    </p:spTree>
    <p:extLst>
      <p:ext uri="{BB962C8B-B14F-4D97-AF65-F5344CB8AC3E}">
        <p14:creationId xmlns:p14="http://schemas.microsoft.com/office/powerpoint/2010/main" val="1191958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B8193-3060-4435-9EAF-BB589F3E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프로젝트 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A643A-D8D9-4787-8F2F-E7815E1D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17756-3B86-487B-B3EA-85336D5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서비스 목적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13631-2A07-4042-8045-A14EDF0F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현재 위치 주변의 프랜차이즈 카페를 찾고,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메뉴의 가격·당류·칼로리를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41EA0-8562-45BD-A8DB-D7AD3747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대상 브랜드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E1D61-B180-4DF0-8458-D8E6CE02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컴포즈커피 · 스타벅스 · 할리스 · 메가커피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39986-ED5E-412F-8F18-5F689879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이용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3F45C-4A1D-4CF5-97D8-BA91DA75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지도에서 찾기 → 조건으로 탐색 → 추천받기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로그인한 사용자는 즐겨찾기로 메뉴를 저장한다.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9B02F-1B66-43A1-9424-42C114A7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현재 단계: 기능 범위·담당자 확정 및 화면·데이터 설계</a:t>
            </a:r>
          </a:p>
        </p:txBody>
      </p:sp>
    </p:spTree>
    <p:extLst>
      <p:ext uri="{BB962C8B-B14F-4D97-AF65-F5344CB8AC3E}">
        <p14:creationId xmlns:p14="http://schemas.microsoft.com/office/powerpoint/2010/main" val="140936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1E27D-4D76-4215-A82C-ADEC2968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주요 기능과 구현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E2BBE-09EC-4A90-BEE2-E40F7F14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FFF9D-1B3C-47A0-A4E4-DB98FF560AA9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74295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</a:tr>
              <a:tr h="74295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기능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지도·메뉴 조회 / 카테고리 검색 / 랜덤 추천 / 로그인·즐겨찾기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배치 예정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2페이지 검색 결과의 ‘비교에 추가’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  <a:tr h="74295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구현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비교함·장바구니는 시간 여유 시 / 길 안내는 추후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방식 미정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옵션 처리, 비교 목록 표시, 지도 API, 인증·저장 방식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26E61-7A60-4525-A8F8-24A59AF2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메뉴 정보: 이름 · 가격 · 당류 · 칼로리 / 가장 작은 사이즈 기준</a:t>
            </a:r>
          </a:p>
        </p:txBody>
      </p:sp>
    </p:spTree>
    <p:extLst>
      <p:ext uri="{BB962C8B-B14F-4D97-AF65-F5344CB8AC3E}">
        <p14:creationId xmlns:p14="http://schemas.microsoft.com/office/powerpoint/2010/main" val="1187741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4D9E7-463D-4063-8E76-99DB9B12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1페이지  지도·메뉴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5861D-D196-4119-A44B-7A440F0F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0681A-D725-4E5D-85A9-20B56515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담당: 강민재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9475A-4A3E-43D8-847F-F7499A144382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772150"/>
              </a:tblGrid>
              <a:tr h="90170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왼쪽: 지도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오른쪽: 카페 메뉴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</a:tr>
              <a:tr h="90170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위치 권한 요청</a:t>
                      </a:r>
                    </a:p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시작점: 숭실대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카페의 메뉴 목록</a:t>
                      </a:r>
                    </a:p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이름·가격·당류·칼로리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170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브랜드의 카페 선택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 사이즈 기준 요약</a:t>
                      </a:r>
                    </a:p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메뉴를 누르면 상세 정보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06B00-8160-438D-BD80-9AE9BA3A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접속 → 위치 요청 → 현재 위치 또는 숭실대 → 카페 선택 → 메뉴 상세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08F64-8BE9-43F9-89F9-5EF8AD68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길 안내는 추후 추가 / ‘비교에 추가’는 2페이지에 배치 예정</a:t>
            </a:r>
          </a:p>
        </p:txBody>
      </p:sp>
    </p:spTree>
    <p:extLst>
      <p:ext uri="{BB962C8B-B14F-4D97-AF65-F5344CB8AC3E}">
        <p14:creationId xmlns:p14="http://schemas.microsoft.com/office/powerpoint/2010/main" val="1879721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77A1D-BD6E-4FFF-82B0-1FCD3E78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2페이지  카테고리 검색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E22D5-979A-4600-B815-827029C0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B2423-BFA5-4FB6-8E49-E965CBC7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담당: 강다은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41051-3765-46BC-B478-C77F2BC8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검색 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75754-C704-401D-A3A9-E7642C36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카테고리와 브랜드를 선택한다.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84772-2744-4296-9CF0-BC968496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카테고리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CEFEB-B45D-4CEA-B6CD-964E534D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5755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카페인 / 디카페인 / 요거트 / 아이스크림&amp;빙수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라떼 / 프라페&amp;스무디 / 과일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8BF05-F13A-4B9A-BDBA-10E633CD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결과에서 할 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8E13A-2468-4998-BD38-541B5FC4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메뉴 상세 보기 · 로그인 후 즐겨찾기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‘비교에 추가’ 배치 예정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4774F-C0FD-487D-AE1B-61F62E69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별도 비교함·장바구니: 시간 여유 시 추가 / 분류 중복 규칙: 미정</a:t>
            </a:r>
          </a:p>
        </p:txBody>
      </p:sp>
    </p:spTree>
    <p:extLst>
      <p:ext uri="{BB962C8B-B14F-4D97-AF65-F5344CB8AC3E}">
        <p14:creationId xmlns:p14="http://schemas.microsoft.com/office/powerpoint/2010/main" val="8032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DBD90-34A3-4E67-BD30-59B50C6B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3페이지  랜덤 음료 추천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8284B-AC19-4BB8-B9BE-17CF60C9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6D947-AA87-45F1-9215-B8BEE6CC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담당: 현준혁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EF90F-C543-4688-9EEC-38F1E14F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01  브랜드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A57D7-91B5-4BD8-A986-D64B4160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추천받을 브랜드를 고른다.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053EE-5A0D-4CDE-B6B1-1A629188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02  카테고리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33F98-9DBA-456B-856D-ACE6475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선택한 브랜드에서 원하는 음료 분류를 고른다.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F4D01-CADF-4BF2-A157-805E09B5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03  음료 하나 추천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100D3-65DD-4809-8600-348EFA3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조건에 해당하는 후보 중 하나를 추천한다.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364E8-444C-4D87-82B2-94F8900F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예외 처리 제안: 후보가 없으면 안내하고 선택 조건을 바꾸게 한다.</a:t>
            </a:r>
          </a:p>
        </p:txBody>
      </p:sp>
    </p:spTree>
    <p:extLst>
      <p:ext uri="{BB962C8B-B14F-4D97-AF65-F5344CB8AC3E}">
        <p14:creationId xmlns:p14="http://schemas.microsoft.com/office/powerpoint/2010/main" val="1187848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011AF-68A2-41D9-BBB6-9763FAA3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4페이지  로그인·마이페이지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679AA-6FFE-42DB-ADFA-60D67017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2CF9D-C393-47B2-9985-DEE33D47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담당: 한정원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98547-D430-4CFF-99F9-0A3FA43E36CD}"/>
              </a:ext>
            </a:extLst>
          </p:cNvPr>
          <p:cNvGraphicFramePr/>
          <p:nvPr/>
        </p:nvGraphicFramePr>
        <p:xfrm>
          <a:off xmlns:a="http://schemas.openxmlformats.org/drawingml/2006/main" x="685800" y="203835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76200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영역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제공 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</a:tr>
              <a:tr h="76200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화면 / 인증 방식은 추가 결정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즐겨찾기 목록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로그인한 사용자가 저장한 음료 표시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  <a:tr h="762000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상태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 등 사용하는 권한의 상태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E9567-1230-43D1-A9EC-F0176F60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연동: 2페이지의 즐겨찾기 동작 ↔ 4페이지의 저장 목록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29954-72AF-4313-B028-14D9A1E4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설계 제안: 권한 변경이 필요하면 브라우저·기기 설정으로 안내</a:t>
            </a:r>
          </a:p>
        </p:txBody>
      </p:sp>
    </p:spTree>
    <p:extLst>
      <p:ext uri="{BB962C8B-B14F-4D97-AF65-F5344CB8AC3E}">
        <p14:creationId xmlns:p14="http://schemas.microsoft.com/office/powerpoint/2010/main" val="1159634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25021-DF0E-459F-A207-DD1573D4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공통 메뉴 정보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E7E01-EE31-49AA-90AD-DAFBADB1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69F89-E84B-4818-A69C-939BD89A48D1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439150"/>
              </a:tblGrid>
              <a:tr h="73342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기준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</a:tr>
              <a:tr h="73342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이름·가격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브랜드별 메뉴 이름 / 가격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당류·칼로리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작은 사이즈 기준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  <a:tr h="73342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정보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 선택 시 상세 화면에서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옵션 안내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옵션 추가 시 가격 및 영양정보가 변경될 수 있습니다.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35A1A-01E7-4426-B971-0B7E107B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데이터 관리 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C5755-A35B-4A07-A687-CA4A18A6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00700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원·g·kcal 단위, 제공량·온도·출처·확인일을 관리한다.</a:t>
            </a:r>
          </a:p>
          <a:p xmlns:a="http://schemas.openxmlformats.org/drawingml/2006/main">
            <a: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누락 수치를 0으로 표시하지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0670271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38DFD-F252-4312-8B6E-762A84BC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데이터와 연동 설계안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82EC4-9FE1-44BA-AB53-4267FC78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5DF09-6A88-4B9A-828F-36F7F4E9E775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772150"/>
              </a:tblGrid>
              <a:tr h="7143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데이터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화면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</a:tr>
              <a:tr h="7143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브랜드·매장 위치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1페이지 지도와 카페 선택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메뉴·카테고리·제공량별 정보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1페이지 메뉴 / 2페이지 검색 / 3페이지 추천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  <a:tr h="7143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사용자·즐겨찾기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2페이지 저장 동작 / 4페이지 목록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위치·권한 상태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1페이지 시작 위치 / 4페이지 권한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3D9B8-CE0D-458F-B5BB-0FAB6192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먼저 맞출 인터페이스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E6105-0F68-470A-B8E9-56D607E2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626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메뉴 ID · 카테고리 규칙 · 단위 · 로그인 상태 전달 방식</a:t>
            </a:r>
          </a:p>
        </p:txBody>
      </p:sp>
    </p:spTree>
    <p:extLst>
      <p:ext uri="{BB962C8B-B14F-4D97-AF65-F5344CB8AC3E}">
        <p14:creationId xmlns:p14="http://schemas.microsoft.com/office/powerpoint/2010/main" val="10697377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48EDC-ED1B-48E1-B344-CAE5602D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현재까지의 진행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29E92-79DD-43CA-B04F-3320018D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E2AF5-F1AF-417C-B9B4-26277AF3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확정한 내용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9194E-27CD-4236-A2DC-F0B24117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프로젝트 주제, 브랜드 4곳, 메뉴 정보 기준,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네 페이지 구성과 페이지별 담당자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68F0B-5644-4192-8834-DE86E963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이번에 정리한 내용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F1BD5-15C3-4AD0-92F6-48F369F7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기능 명세·화면·데이터 설계안,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회의 이력, 중간 보고서, 향후 일정안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E19D8-A644-450B-88A9-5607FA55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추가 확인할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950F3-6D13-4D43-8425-EAC3188E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팀원별 실제 코드와 실행 결과,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공식 메뉴 데이터, 지도·인증 연동 현황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6780-AD0D-4A3B-8D16-AEBC6B3B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원격 저장소는 업데이트 전 README만 확인됨 / 구현 완료율은 산정하지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18399504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F492E-4923-4A41-89D3-0050E3A4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일정안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7E511-9738-491E-BE17-42D976D3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637D8-F091-48A0-8520-2A969ECE463A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629525"/>
              </a:tblGrid>
              <a:tr h="6508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</a:tr>
              <a:tr h="6508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9/30 · 10/7 · 10/14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진행 — 일자·참석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10/17~10/18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명세·데이터 항목·연동 방식 검토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  <a:tr h="6508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10/19~10/21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담당자 화면 구성 및 자료 보완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10/22 → 10/23(금)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보고서·회의록 검토 → 중간 산출물 제출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  <a:tr h="6508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제출 이후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페이지 구현·데이터·지도·인증 연결 및 통합 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2CA1B-8095-4DF7-A695-C5BF9F07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10/17 이후 일정은 제안 / 기능 구현 완료일과 최종 마감은 별도 합의</a:t>
            </a:r>
          </a:p>
        </p:txBody>
      </p:sp>
    </p:spTree>
    <p:extLst>
      <p:ext uri="{BB962C8B-B14F-4D97-AF65-F5344CB8AC3E}">
        <p14:creationId xmlns:p14="http://schemas.microsoft.com/office/powerpoint/2010/main" val="1215282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D9059-A726-4F1B-95A7-2D5F4D1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팀원 역할과 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A3236-F7C4-4F1D-8C4C-285BF1D5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5EFCC-19BA-4B93-986A-7D7660FF006C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429000"/>
                <a:gridCol w="4962525"/>
              </a:tblGrid>
              <a:tr h="7143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페이지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연결 지점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T w="9525">
                      <a:solidFill>
                        <a:srgbClr val="CFD8CD"/>
                      </a:solidFill>
                      <a:prstDash val="solid"/>
                    </a:lnT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27634A"/>
                    </a:solidFill>
                  </a:tcPr>
                </a:tc>
              </a:tr>
              <a:tr h="7143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강민재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지도·메뉴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매장 위치 / 공통 메뉴 정보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강다은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카테고리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필터 / 즐겨찾기 / 비교 진입 예정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  <a:tr h="7143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현준혁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랜덤 추천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브랜드·카테고리별 추천 후보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한정원 · 팀장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CD"/>
                      </a:solidFill>
                      <a:prstDash val="solid"/>
                    </a:lnL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로그인·마이페이지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 lIns="152400" tIns="114300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5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/ 즐겨찾기 목록 / 권한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CD"/>
                      </a:solidFill>
                      <a:prstDash val="solid"/>
                    </a:lnR>
                    <a:lnB w="9525">
                      <a:solidFill>
                        <a:srgbClr val="CFD8CD"/>
                      </a:solidFill>
                      <a:prstDash val="solid"/>
                    </a:lnB>
                    <a:solidFill>
                      <a:srgbClr val="E8ED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4AE4C-8EB2-416E-8A0A-8DF0CB25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회의: 주 1회 / 회의록: 순번제로 작성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8A232-3CC7-4B26-A53E-DDD7A466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확인된 회의일: 9/30 · 10/7 · 10/14 / 참석: 네 명 모두</a:t>
            </a:r>
          </a:p>
        </p:txBody>
      </p:sp>
    </p:spTree>
    <p:extLst>
      <p:ext uri="{BB962C8B-B14F-4D97-AF65-F5344CB8AC3E}">
        <p14:creationId xmlns:p14="http://schemas.microsoft.com/office/powerpoint/2010/main" val="5848206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B5479-1926-4E50-840A-AA90758B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남은 결정과 구현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55562-AF38-4179-8071-2EB2B8F6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9C5AD-E63F-47FC-BB1A-BCB0DEBC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데이터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BAFC7-3699-4611-AC1E-55265837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공식 메뉴 정보 수집, 최소 사이즈·온도 구분,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카테고리 중복 처리와 갱신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2FE25-6777-43CF-8CAF-3F149575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연동 방식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FEC1E-A4A5-4196-A148-408B1A54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지도 API, 로그인·저장 방식,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각 페이지가 공유할 데이터 형식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E618D-F690-4A73-8141-BBDD751E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추가 기능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24550-B2F6-4755-8EFF-DE144E75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2페이지 ‘비교에 추가’의 표시 방식,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별도 비교함·장바구니, 옵션별 변경값 제공 여부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023B4-18D5-4CAA-A500-6A798006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제출 전: 회차별 상세 안건과 실제 구현 증빙을 보완한다.</a:t>
            </a:r>
          </a:p>
        </p:txBody>
      </p:sp>
    </p:spTree>
    <p:extLst>
      <p:ext uri="{BB962C8B-B14F-4D97-AF65-F5344CB8AC3E}">
        <p14:creationId xmlns:p14="http://schemas.microsoft.com/office/powerpoint/2010/main" val="12278627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813AB-31F2-496C-BA75-39A2383B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중간 산출물 제출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5E92E-1E3E-4AF2-91A9-DE22C133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65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04FDD-E886-4063-AEE2-82709235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10월 23일 금요일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DC53C-C9DC-4E6A-80AF-DA4F4FCB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프로젝트 보고서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DB354-A442-41E1-B641-37307E79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38475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PPT: 현재까지 확정한 기능과 설계 결과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5C5FF-0E8E-4010-AF7A-97A78C97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회의록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AA916-4212-4C7B-BD00-414007E6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HWP: 회의 이력과 확정사항 종합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회차별 세부 논의가 없는 부분은 보완 필요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A6DE1-34C9-4D48-BEBB-8C65029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634A"/>
                </a:solidFill>
                <a:latin typeface="Malgun Gothic"/>
                <a:ea typeface="Malgun Gothic"/>
                <a:cs typeface="Malgun Gothic"/>
              </a:rPr>
              <a:t>제출 방법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4B1EC-E11D-44CF-8ED0-261478D6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38725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공지에 나온 조교에게 이메일로 직접 제출</a:t>
            </a:r>
          </a:p>
          <a:p xmlns:a="http://schemas.openxmlformats.org/drawingml/2006/main">
            <a:pPr>
              <a:def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4352D"/>
                </a:solidFill>
                <a:latin typeface="Malgun Gothic"/>
                <a:ea typeface="Malgun Gothic"/>
                <a:cs typeface="Malgun Gothic"/>
              </a:rPr>
              <a:t>소스 코드는 선택 제출</a:t>
            </a:r>
          </a:p>
        </p:txBody>
      </p:sp>
    </p:spTree>
    <p:extLst>
      <p:ext uri="{BB962C8B-B14F-4D97-AF65-F5344CB8AC3E}">
        <p14:creationId xmlns:p14="http://schemas.microsoft.com/office/powerpoint/2010/main" val="563970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2026-10-17T09:03:56.3970000Z</dcterms:created>
  <dcterms:modified xsi:type="dcterms:W3CDTF">2026-10-17T09:03:56.3970000Z</dcterms:modified>
</coreProperties>
</file>